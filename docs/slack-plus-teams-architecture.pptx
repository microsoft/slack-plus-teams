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62" y="4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1054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2404872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Channels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4718304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</a:t>
            </a:r>
            <a:endParaRPr lang="en-US" sz="1750" dirty="0"/>
          </a:p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031736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345168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768096" y="2029968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Architecture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86384" y="32735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D6D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Themed architecture diagrams based on the migration guide, using the same visual language as the provided reference image.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991856" y="1920240"/>
            <a:ext cx="3456432" cy="2871216"/>
          </a:xfrm>
          <a:prstGeom prst="roundRect">
            <a:avLst>
              <a:gd name="adj" fmla="val 1274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diagrams
</a:t>
            </a: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Migration strategy comparison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Dual-platform adapter pattern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Runtime message flow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UI translation pattern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Identity and auth mapping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and transport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Deployment topology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8096" y="4919472"/>
            <a:ext cx="10680192" cy="713232"/>
          </a:xfrm>
          <a:prstGeom prst="roundRect">
            <a:avLst>
              <a:gd name="adj" fmla="val 5128"/>
            </a:avLst>
          </a:prstGeom>
          <a:solidFill>
            <a:srgbClr val="E3E3E3"/>
          </a:solidFill>
          <a:ln>
            <a:solidFill>
              <a:srgbClr val="E3E3E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theme
</a:t>
            </a:r>
            <a:r>
              <a:rPr lang="en-US" sz="121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indigo tabs, circular badges, light gray cards, and blue connector lines keep the diagrams consistent with the existing slide motif.</a:t>
            </a:r>
            <a:endParaRPr lang="en-US" sz="1260" dirty="0"/>
          </a:p>
        </p:txBody>
      </p:sp>
      <p:sp>
        <p:nvSpPr>
          <p:cNvPr id="21" name="Text 19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 migration guide • architecture diagram 1 of 7</a:t>
            </a:r>
            <a:endParaRPr lang="en-US" sz="950" dirty="0"/>
          </a:p>
        </p:txBody>
      </p:sp>
      <p:sp>
        <p:nvSpPr>
          <p:cNvPr id="2" name="Text 0"/>
          <p:cNvSpPr/>
          <p:nvPr/>
        </p:nvSpPr>
        <p:spPr>
          <a:xfrm>
            <a:off x="1517109" y="481848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◧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0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143973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457405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770837" y="490993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11480"/>
            <a:ext cx="2743200" cy="7132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84448" y="49377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D6D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migration operating models and highlight the recommended approach.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Dual-platform</a:t>
            </a:r>
          </a:p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(recommended)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E7EFFB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and Teams share one service layer and one roadmap.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for phased rollout and least disruption.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133088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migration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133088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rgbClr val="DDDDDD"/>
          </a:solidFill>
          <a:ln>
            <a:solidFill>
              <a:srgbClr val="DDDDDD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is retired and the app is rebuilt as Teams-only.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133088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Simple long-term state but highest cutover risk.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26096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operation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26096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rgbClr val="DDDDDD"/>
          </a:solidFill>
          <a:ln>
            <a:solidFill>
              <a:srgbClr val="DDDDDD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bots run separately while the backend is shared.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626096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operationally, but some duplication remains.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83280" y="3227832"/>
            <a:ext cx="749808" cy="0"/>
          </a:xfrm>
          <a:prstGeom prst="line">
            <a:avLst/>
          </a:prstGeom>
          <a:noFill/>
          <a:ln w="12700">
            <a:solidFill>
              <a:srgbClr val="8786A3">
                <a:alpha val="100000"/>
              </a:srgbClr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76288" y="3218688"/>
            <a:ext cx="749808" cy="9144"/>
          </a:xfrm>
          <a:prstGeom prst="line">
            <a:avLst/>
          </a:prstGeom>
          <a:noFill/>
          <a:ln w="12700">
            <a:solidFill>
              <a:srgbClr val="8786A3">
                <a:alpha val="100000"/>
              </a:srgbClr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 migration guide • architecture diagram 2 of 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78186" y="1193689"/>
            <a:ext cx="530352" cy="5303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 dirty="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 dirty="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64202" y="1193689"/>
            <a:ext cx="530352" cy="530352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 dirty="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 dirty="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8EBF2C0D-C735-1B33-EFCA-CF548F5869E6}"/>
              </a:ext>
            </a:extLst>
          </p:cNvPr>
          <p:cNvSpPr/>
          <p:nvPr/>
        </p:nvSpPr>
        <p:spPr>
          <a:xfrm>
            <a:off x="6281133" y="1193689"/>
            <a:ext cx="530352" cy="530352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209</Words>
  <Application>Microsoft Office PowerPoint</Application>
  <PresentationFormat>Widescreen</PresentationFormat>
  <Paragraphs>41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Segoe UI</vt:lpstr>
      <vt:lpstr>Segoe UI Symbol</vt:lpstr>
      <vt:lpstr>Office Theme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Slack to Teams Migration Architecture</dc:title>
  <dc:subject>Themed architecture diagrams</dc:subject>
  <dc:creator>OpenAI</dc:creator>
  <cp:lastModifiedBy>Steven Ickman</cp:lastModifiedBy>
  <cp:revision>3</cp:revision>
  <dcterms:created xsi:type="dcterms:W3CDTF">2026-03-31T21:55:05Z</dcterms:created>
  <dcterms:modified xsi:type="dcterms:W3CDTF">2026-04-01T18:41:44Z</dcterms:modified>
</cp:coreProperties>
</file>